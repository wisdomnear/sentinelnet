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435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54305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60045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62915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406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6813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25219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33626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42032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50438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58845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67251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5658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84064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9247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00877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09283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1769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26096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4502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2909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1280160"/>
            <a:ext cx="54864" cy="2560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1234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SENTINELNET</a:t>
            </a:r>
            <a:endParaRPr lang="en-US" sz="5400" dirty="0"/>
          </a:p>
        </p:txBody>
      </p:sp>
      <p:sp>
        <p:nvSpPr>
          <p:cNvPr id="32" name="Text 30"/>
          <p:cNvSpPr/>
          <p:nvPr/>
        </p:nvSpPr>
        <p:spPr>
          <a:xfrm>
            <a:off x="822960" y="2240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Cybersecurity Threat Detection on Bittensor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2960" y="2880360"/>
            <a:ext cx="7498080" cy="731520"/>
          </a:xfrm>
          <a:prstGeom prst="rect">
            <a:avLst/>
          </a:prstGeom>
          <a:solidFill>
            <a:srgbClr val="09132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288036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"If the exploit fires in the sandbox, intelligence is proven."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8000" y="4754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Proposal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intelligence today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opinion.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66360" y="457200"/>
            <a:ext cx="1783080" cy="173736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66360" y="457200"/>
            <a:ext cx="17830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57800" y="6400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$3.8B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257800" y="12801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DeFi exploits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86600" y="457200"/>
            <a:ext cx="1783080" cy="173736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457200"/>
            <a:ext cx="17830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6400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Opaque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2801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detection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auditability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66360" y="2560320"/>
            <a:ext cx="1783080" cy="173736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2560320"/>
            <a:ext cx="17830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27432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Slow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57800" y="338328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bounties and manual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86600" y="2560320"/>
            <a:ext cx="1783080" cy="173736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2560320"/>
            <a:ext cx="17830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27432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78040" y="338328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provable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benchmarks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4297680" cy="548640"/>
          </a:xfrm>
          <a:prstGeom prst="rect">
            <a:avLst/>
          </a:prstGeom>
          <a:solidFill>
            <a:srgbClr val="09132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3891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SentinelNet makes it reproducible.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THE CORE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Cybersecurity is binary.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3291840" cy="777240"/>
          </a:xfrm>
          <a:prstGeom prst="rect">
            <a:avLst/>
          </a:prstGeom>
          <a:solidFill>
            <a:srgbClr val="131C2E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exploit works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737360"/>
            <a:ext cx="3291840" cy="777240"/>
          </a:xfrm>
          <a:prstGeom prst="rect">
            <a:avLst/>
          </a:prstGeom>
          <a:solidFill>
            <a:srgbClr val="131C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7373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it doesn't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23360" y="173736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makes it perfect for Proof-of-Intelligence.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2286000" cy="1234440"/>
          </a:xfrm>
          <a:prstGeom prst="rect">
            <a:avLst/>
          </a:prstGeom>
          <a:solidFill>
            <a:srgbClr val="131C2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429000"/>
            <a:ext cx="2286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520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task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4041648"/>
            <a:ext cx="3657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3429000"/>
            <a:ext cx="2286000" cy="1234440"/>
          </a:xfrm>
          <a:prstGeom prst="rect">
            <a:avLst/>
          </a:prstGeom>
          <a:solidFill>
            <a:srgbClr val="131C2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66160" y="3429000"/>
            <a:ext cx="2286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3520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SANDBOX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REPLAY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4114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sim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97880" y="4041648"/>
            <a:ext cx="3657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3429000"/>
            <a:ext cx="2286000" cy="1234440"/>
          </a:xfrm>
          <a:prstGeom prst="rect">
            <a:avLst/>
          </a:prstGeom>
          <a:solidFill>
            <a:srgbClr val="131C2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3429000"/>
            <a:ext cx="2286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520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ON-CHAIN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TRUTH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4114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proof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HOW THE SUBNET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lifecycle in one flow.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914400" cy="914400"/>
          </a:xfrm>
          <a:prstGeom prst="ellipse">
            <a:avLst/>
          </a:prstGeom>
          <a:solidFill>
            <a:srgbClr val="131C2E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2240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1737360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1280160"/>
            <a:ext cx="914400" cy="914400"/>
          </a:xfrm>
          <a:prstGeom prst="ellipse">
            <a:avLst/>
          </a:prstGeom>
          <a:solidFill>
            <a:srgbClr val="131C2E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48840" y="2240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737360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1280160"/>
            <a:ext cx="914400" cy="914400"/>
          </a:xfrm>
          <a:prstGeom prst="ellipse">
            <a:avLst/>
          </a:prstGeom>
          <a:solidFill>
            <a:srgbClr val="131C2E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86200" y="2240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1737360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1280160"/>
            <a:ext cx="914400" cy="914400"/>
          </a:xfrm>
          <a:prstGeom prst="ellipse">
            <a:avLst/>
          </a:prstGeom>
          <a:solidFill>
            <a:srgbClr val="131C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23560" y="2240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1737360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1280160"/>
            <a:ext cx="914400" cy="914400"/>
          </a:xfrm>
          <a:prstGeom prst="ellipse">
            <a:avLst/>
          </a:prstGeom>
          <a:solidFill>
            <a:srgbClr val="131C2E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60920" y="2240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017520"/>
            <a:ext cx="7680960" cy="169164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01752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1089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Formula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4747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EMA14( F1 × 0.60  +  Severity × 0.25  +  Speed × 0.15 )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60120" y="397764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moving average across 14 epochs for stability. No single result dominates.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INCENTIVE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Economic alignment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design.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651760" cy="2697480"/>
          </a:xfrm>
          <a:prstGeom prst="rect">
            <a:avLst/>
          </a:prstGeom>
          <a:solidFill>
            <a:srgbClr val="131C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03120"/>
            <a:ext cx="26517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194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Stake ≠ Score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= Sybil Resistance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performance determines emissions. Stake only gatekeeps entry, not results.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651760" cy="2697480"/>
          </a:xfrm>
          <a:prstGeom prst="rect">
            <a:avLst/>
          </a:prstGeom>
          <a:solidFill>
            <a:srgbClr val="131C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210312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194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Attack-Proof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2900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&gt; Adversarial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31546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attack return is always lower than honest mining return.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2651760" cy="2697480"/>
          </a:xfrm>
          <a:prstGeom prst="rect">
            <a:avLst/>
          </a:prstGeom>
          <a:solidFill>
            <a:srgbClr val="131C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10312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194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EMA Smoothing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26364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14-Epoch Stability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31546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lucky or unlucky score can spike or crater a miner's emissions.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ADVERSARIAL DEFENSE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attack vector has a countermeasure.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9476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COUNTERMEASURE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0" y="1417320"/>
            <a:ext cx="0" cy="411480"/>
          </a:xfrm>
          <a:prstGeom prst="line">
            <a:avLst/>
          </a:prstGeom>
          <a:noFill/>
          <a:ln w="12700">
            <a:solidFill>
              <a:srgbClr val="0A0E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131C2E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36576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288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1828800"/>
            <a:ext cx="0" cy="59436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2011680"/>
            <a:ext cx="36576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8288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penalty applied to F1 score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51760"/>
            <a:ext cx="36576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4688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Threats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0" y="2468880"/>
            <a:ext cx="0" cy="59436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4760" y="2651760"/>
            <a:ext cx="36576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24688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penalty applied to F1 score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8229600" cy="594360"/>
          </a:xfrm>
          <a:prstGeom prst="rect">
            <a:avLst/>
          </a:prstGeom>
          <a:solidFill>
            <a:srgbClr val="131C2E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91840"/>
            <a:ext cx="36576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1089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Sybil Attacks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0" y="3108960"/>
            <a:ext cx="0" cy="59436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94760" y="3291840"/>
            <a:ext cx="36576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31089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TAO minimum stake required per miner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822960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931920"/>
            <a:ext cx="36576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7490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Copying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0" y="3749040"/>
            <a:ext cx="0" cy="59436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94760" y="3931920"/>
            <a:ext cx="36576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37490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fingerprint per task per miner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131C2E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572000"/>
            <a:ext cx="36576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3891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Collusion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0" y="4389120"/>
            <a:ext cx="0" cy="59436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94760" y="4572000"/>
            <a:ext cx="36576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43891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of 3 validators + deviation exclusion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70C14"/>
          </a:solidFill>
          <a:ln w="12700">
            <a:solidFill>
              <a:srgbClr val="070C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PROOF OF INTELLIGENCE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SentinelNet is different.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937760" cy="822960"/>
          </a:xfrm>
          <a:prstGeom prst="rect">
            <a:avLst/>
          </a:prstGeom>
          <a:solidFill>
            <a:srgbClr val="131C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subnets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probability. Results are uncertain by nature.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4937760" cy="914400"/>
          </a:xfrm>
          <a:prstGeom prst="rect">
            <a:avLst/>
          </a:prstGeom>
          <a:solidFill>
            <a:srgbClr val="091320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51760"/>
            <a:ext cx="54864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79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SentinelNet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992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exploitability under reproducible conditions.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is binary. No ambiguity.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640080"/>
            <a:ext cx="2560320" cy="2560320"/>
          </a:xfrm>
          <a:prstGeom prst="ellipse">
            <a:avLst/>
          </a:prstGeom>
          <a:solidFill>
            <a:srgbClr val="091320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64008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exploit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i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i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i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proven.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52160" y="3429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SentinelNet Principle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MARKET &amp; REVENUE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3931920" cy="155448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13232"/>
            <a:ext cx="393192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$1.2B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Market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713232"/>
            <a:ext cx="3931920" cy="155448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713232"/>
            <a:ext cx="393192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7772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$35B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Threat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Market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REVENUE STREAMS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651760" cy="192024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71600" y="3017520"/>
            <a:ext cx="82296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0175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749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API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41605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access to real-time threat detection scores and subnet data.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926080"/>
            <a:ext cx="2651760" cy="192024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06240" y="3017520"/>
            <a:ext cx="82296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30175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3749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Marketplace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29000" y="41605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teams post bounties. Miners compete. Best exploits win.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926080"/>
            <a:ext cx="2651760" cy="192024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40880" y="3017520"/>
            <a:ext cx="82296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30175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CO$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3749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Bounty Co-Funding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41605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funding pool for high-value targets. Revenue splits with validators.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IMPLEMENTATION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realism. Concrete milestones.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023360" cy="3474720"/>
          </a:xfrm>
          <a:prstGeom prst="rect">
            <a:avLst/>
          </a:prstGeom>
          <a:solidFill>
            <a:srgbClr val="131C2E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40233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123444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9164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MVP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task type only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validator minimum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sandbox orchestration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weight updates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leaderboard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4023360" cy="3474720"/>
          </a:xfrm>
          <a:prstGeom prst="rect">
            <a:avLst/>
          </a:prstGeom>
          <a:solidFill>
            <a:srgbClr val="131C2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371600"/>
            <a:ext cx="40233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371600"/>
            <a:ext cx="12344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3716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076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1168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network log task type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beta release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validator set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partnership pipeline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bounty co-funding pool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4840" y="3108960"/>
            <a:ext cx="27432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435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54305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60045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62915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406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6813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25219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33626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42032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50438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58845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67251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5658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84064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9247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00877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09283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1769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26096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4502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2909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WHY SENTINELNET WINS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731520"/>
            <a:ext cx="4114800" cy="100584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731520"/>
            <a:ext cx="4572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804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Objective Ground Truth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0080" y="1234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outcomes. No interpretation needed.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92040" y="731520"/>
            <a:ext cx="4114800" cy="100584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92040" y="731520"/>
            <a:ext cx="4572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804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Economically Ungameable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074920" y="1234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ensures honest mining always pays more.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1965960"/>
            <a:ext cx="4114800" cy="100584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1965960"/>
            <a:ext cx="4572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20391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Bittensor-Native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40080" y="2468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on-chain consensus from day one.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92040" y="1965960"/>
            <a:ext cx="4114800" cy="100584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92040" y="1965960"/>
            <a:ext cx="4572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20391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Commercially Viable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074920" y="2468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clear revenue streams, real market demand.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468880" y="3200400"/>
            <a:ext cx="4114800" cy="100584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468880" y="3200400"/>
            <a:ext cx="4572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51760" y="32735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First-Mover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2651760" y="3703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decentralized cybersecurity intelligence subnet exists.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solidFill>
            <a:srgbClr val="091320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SentinelNet turns exploitability into a measurable, cryptographic truth.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SentinelNet</dc:title>
  <dc:subject>PptxGenJS Presentation</dc:subject>
  <dc:creator>PptxGenJS</dc:creator>
  <cp:lastModifiedBy>PptxGenJS</cp:lastModifiedBy>
  <cp:revision>1</cp:revision>
  <dcterms:created xsi:type="dcterms:W3CDTF">2026-02-25T00:15:23Z</dcterms:created>
  <dcterms:modified xsi:type="dcterms:W3CDTF">2026-02-25T00:15:23Z</dcterms:modified>
</cp:coreProperties>
</file>